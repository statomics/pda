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nl-B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8674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499"/>
    <p:restoredTop sz="94682"/>
  </p:normalViewPr>
  <p:slideViewPr>
    <p:cSldViewPr snapToGrid="0">
      <p:cViewPr varScale="1">
        <p:scale>
          <a:sx n="110" d="100"/>
          <a:sy n="110" d="100"/>
        </p:scale>
        <p:origin x="18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A2225F8-619A-AD49-4024-6A349BC0C9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2A67706A-6452-7707-A6C1-49EF28F05A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  <a:endParaRPr lang="nl-BE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23FE295F-35F6-EE1B-84F3-E47C288A67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975F01-A9CB-C146-8037-D65E7F84B37E}" type="datetimeFigureOut">
              <a:rPr lang="nl-BE" smtClean="0"/>
              <a:t>15/08/2026</a:t>
            </a:fld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9C73A8D5-B431-34E7-7EE4-4B8F93F00D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A94A0CA3-71D5-3EF8-68C4-E6777ECA22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623102-D1D5-3C4F-9C4C-37048876E800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0509032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133A023-6B32-F331-3E7D-F638A9C1A0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CF93F54D-A934-AC73-B69C-DBADE18570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BF44F821-AA72-3B0A-D872-B7CD326842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975F01-A9CB-C146-8037-D65E7F84B37E}" type="datetimeFigureOut">
              <a:rPr lang="nl-BE" smtClean="0"/>
              <a:t>15/08/2026</a:t>
            </a:fld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8136E243-583B-BB96-9F3F-4CF868A80E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2E082AA2-B77F-F994-4F32-F4C5314135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623102-D1D5-3C4F-9C4C-37048876E800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5039236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45A54C1-01F3-4DDA-4BA8-9CC9E8CE62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6748E867-D4D1-289B-23B9-9EB4286425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69A4270A-AE3A-620C-A9ED-C95A33255B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975F01-A9CB-C146-8037-D65E7F84B37E}" type="datetimeFigureOut">
              <a:rPr lang="nl-BE" smtClean="0"/>
              <a:t>15/08/2026</a:t>
            </a:fld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2CC63A64-54B7-38C3-CC96-B59F8F32FD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AFDE4277-08B3-559C-6542-98096F66AF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623102-D1D5-3C4F-9C4C-37048876E800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8520222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22C837B-7FA8-EBB1-0142-1FCFCE9746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295552C4-2E68-17A5-3D95-847C999308E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2DAC19F7-1099-B114-0425-791CF9F029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F8551DDF-C5A7-F9A7-6AAB-30E7E3A3D1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975F01-A9CB-C146-8037-D65E7F84B37E}" type="datetimeFigureOut">
              <a:rPr lang="nl-BE" smtClean="0"/>
              <a:t>15/08/2026</a:t>
            </a:fld>
            <a:endParaRPr lang="nl-BE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34ABC3F6-43C5-9785-55DC-56F5B5CDDB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4D1CDCEF-317E-A0FF-3424-418A77942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623102-D1D5-3C4F-9C4C-37048876E800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1364211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FFEF3C4-66BE-9977-826B-15134158EB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F6F9FD35-F04F-80EE-E67A-E5590822EA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DD9E0333-4E66-466F-7E89-D3AD39D25C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DE5D6A57-426A-986C-5D76-42C4FA96383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6" name="Tijdelijke aanduiding voor inhoud 5">
            <a:extLst>
              <a:ext uri="{FF2B5EF4-FFF2-40B4-BE49-F238E27FC236}">
                <a16:creationId xmlns:a16="http://schemas.microsoft.com/office/drawing/2014/main" id="{BD37F747-A469-D258-5E8A-2DD4FCEED8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7" name="Tijdelijke aanduiding voor datum 6">
            <a:extLst>
              <a:ext uri="{FF2B5EF4-FFF2-40B4-BE49-F238E27FC236}">
                <a16:creationId xmlns:a16="http://schemas.microsoft.com/office/drawing/2014/main" id="{53BAAA2E-C813-6E83-600E-89F4259BD6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975F01-A9CB-C146-8037-D65E7F84B37E}" type="datetimeFigureOut">
              <a:rPr lang="nl-BE" smtClean="0"/>
              <a:t>15/08/2026</a:t>
            </a:fld>
            <a:endParaRPr lang="nl-BE"/>
          </a:p>
        </p:txBody>
      </p:sp>
      <p:sp>
        <p:nvSpPr>
          <p:cNvPr id="8" name="Tijdelijke aanduiding voor voettekst 7">
            <a:extLst>
              <a:ext uri="{FF2B5EF4-FFF2-40B4-BE49-F238E27FC236}">
                <a16:creationId xmlns:a16="http://schemas.microsoft.com/office/drawing/2014/main" id="{821CB831-C736-AA73-FC24-7694DF2E66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9" name="Tijdelijke aanduiding voor dianummer 8">
            <a:extLst>
              <a:ext uri="{FF2B5EF4-FFF2-40B4-BE49-F238E27FC236}">
                <a16:creationId xmlns:a16="http://schemas.microsoft.com/office/drawing/2014/main" id="{AF428CBE-5F63-73E6-B32D-0DC1D5693A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623102-D1D5-3C4F-9C4C-37048876E800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4638340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262B3A1-FD1A-1B4D-D7D4-15716912FD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D33F5669-BE25-E80C-B9B2-45EC13A6FF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975F01-A9CB-C146-8037-D65E7F84B37E}" type="datetimeFigureOut">
              <a:rPr lang="nl-BE" smtClean="0"/>
              <a:t>15/08/2026</a:t>
            </a:fld>
            <a:endParaRPr lang="nl-BE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4DF88F79-DDAF-2F6C-14EB-0E2FEDD13F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ECB8B668-C093-F11B-76A5-802595FA23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623102-D1D5-3C4F-9C4C-37048876E800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8506842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BA34D794-C8DE-EAFF-97BA-F746708630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975F01-A9CB-C146-8037-D65E7F84B37E}" type="datetimeFigureOut">
              <a:rPr lang="nl-BE" smtClean="0"/>
              <a:t>15/08/2026</a:t>
            </a:fld>
            <a:endParaRPr lang="nl-BE"/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6389D2EE-C8B9-4D26-5594-0C99163E19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E937B6D0-A508-36C1-C62B-289658919B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623102-D1D5-3C4F-9C4C-37048876E800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9070671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826B3B9-C2BF-556C-6957-FF6DB68C29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FEDE47DC-CE8D-6E58-B7CD-B7A37C840B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FB0653F9-9367-B517-449E-EC81ED0074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9E8FB3B6-08F5-39A0-35F5-EA8CCE347F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975F01-A9CB-C146-8037-D65E7F84B37E}" type="datetimeFigureOut">
              <a:rPr lang="nl-BE" smtClean="0"/>
              <a:t>15/08/2026</a:t>
            </a:fld>
            <a:endParaRPr lang="nl-BE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635D04E7-BF36-B6AF-B3DB-C21A2FF7CA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C09A1B15-8557-272F-9E1A-5089F1CAE5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623102-D1D5-3C4F-9C4C-37048876E800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3044859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B206569-25A9-E281-DCD5-CC69071FC4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afbeelding 2">
            <a:extLst>
              <a:ext uri="{FF2B5EF4-FFF2-40B4-BE49-F238E27FC236}">
                <a16:creationId xmlns:a16="http://schemas.microsoft.com/office/drawing/2014/main" id="{89116C0C-42B4-4ECE-DEFE-0E4CF0AACCA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l-BE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0A03E142-9453-6080-5A5F-B563EA3AC2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CF958A3A-3553-B3AC-E3AF-BA21A1CBEB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975F01-A9CB-C146-8037-D65E7F84B37E}" type="datetimeFigureOut">
              <a:rPr lang="nl-BE" smtClean="0"/>
              <a:t>15/08/2026</a:t>
            </a:fld>
            <a:endParaRPr lang="nl-BE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764D5818-F964-FF58-A03F-C212416170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0A877F2D-F219-D0CC-B4B6-C5EBC6248D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623102-D1D5-3C4F-9C4C-37048876E800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4890471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A5EE434-8757-C6F7-0BBC-31C0198E5F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7D81E6A7-BB66-3D7D-C38D-36F84C4955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8B505208-E022-88E0-4B92-F85CC84C1E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975F01-A9CB-C146-8037-D65E7F84B37E}" type="datetimeFigureOut">
              <a:rPr lang="nl-BE" smtClean="0"/>
              <a:t>15/08/2026</a:t>
            </a:fld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AD50AB6A-9B69-4662-D1B4-53399C5171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B4F87410-F8A4-FE83-6664-F53B1EB44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623102-D1D5-3C4F-9C4C-37048876E800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7735453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e titel 1">
            <a:extLst>
              <a:ext uri="{FF2B5EF4-FFF2-40B4-BE49-F238E27FC236}">
                <a16:creationId xmlns:a16="http://schemas.microsoft.com/office/drawing/2014/main" id="{4FC454D6-4E6C-6FDA-C57B-1DD2832FB6F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AF18FABB-A84E-40DC-1137-9F060D0321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D6C68E9E-4923-A63F-4081-7D57FC8952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975F01-A9CB-C146-8037-D65E7F84B37E}" type="datetimeFigureOut">
              <a:rPr lang="nl-BE" smtClean="0"/>
              <a:t>15/08/2026</a:t>
            </a:fld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A9518DA5-EC7B-3FD7-50EB-A7B8C95A49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89525843-C8D5-A5D3-7927-6E5383C7ED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623102-D1D5-3C4F-9C4C-37048876E800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7649493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>
            <a:extLst>
              <a:ext uri="{FF2B5EF4-FFF2-40B4-BE49-F238E27FC236}">
                <a16:creationId xmlns:a16="http://schemas.microsoft.com/office/drawing/2014/main" id="{C2931BF6-EF24-47AB-E302-2C7C97CBAD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267196C2-F6CA-47BC-F86D-D48E85B959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0394305B-CDB1-1903-D958-87EFF4862E7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5975F01-A9CB-C146-8037-D65E7F84B37E}" type="datetimeFigureOut">
              <a:rPr lang="nl-BE" smtClean="0"/>
              <a:t>15/08/2026</a:t>
            </a:fld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4D76405B-EFA1-72D9-5CAF-8B8AF19F1A9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nl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96FB2797-B9B0-56D3-890C-2818E12846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4623102-D1D5-3C4F-9C4C-37048876E800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3014742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tatOmics/msqrob2data/archive/refs/heads/main.zip" TargetMode="External"/><Relationship Id="rId2" Type="http://schemas.openxmlformats.org/officeDocument/2006/relationships/hyperlink" Target="https://statomics.github.io/PDA/#software-and-data" TargetMode="Externa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9F631FA-79C4-70F6-6D4F-F3052355763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nl-BE" sz="3600" b="1" dirty="0">
                <a:solidFill>
                  <a:srgbClr val="486748"/>
                </a:solidFill>
              </a:rPr>
              <a:t>Proteomics  Summerschool 2026: Basics of experimental design &amp; Quatification (data processing and differential analysis)</a:t>
            </a:r>
            <a:br>
              <a:rPr lang="nl-BE" sz="3600" b="1" dirty="0">
                <a:solidFill>
                  <a:srgbClr val="486748"/>
                </a:solidFill>
              </a:rPr>
            </a:br>
            <a:r>
              <a:rPr lang="nl-BE" sz="2000" b="1" dirty="0">
                <a:solidFill>
                  <a:srgbClr val="486748"/>
                </a:solidFill>
              </a:rPr>
              <a:t>Lieven Clement, Ghent University</a:t>
            </a:r>
            <a:endParaRPr lang="nl-BE" sz="2000" dirty="0">
              <a:solidFill>
                <a:srgbClr val="486748"/>
              </a:solidFill>
            </a:endParaRPr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92C32959-F873-870A-07BD-D813D4D869A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645570" cy="2387600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nl-BE" dirty="0"/>
              <a:t>For the quantification tutorials we will work with the msqrob2gui package</a:t>
            </a:r>
          </a:p>
          <a:p>
            <a:pPr algn="l"/>
            <a:r>
              <a:rPr lang="nl-BE" dirty="0"/>
              <a:t>Please install the software using the instructions below and download the data prior to the Summer School.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nl-BE" dirty="0"/>
              <a:t>Installation instructions: </a:t>
            </a:r>
            <a:r>
              <a:rPr lang="nl-BE" dirty="0">
                <a:hlinkClick r:id="rId2"/>
              </a:rPr>
              <a:t>https://statomics.github.io/PDA/#software-and-data</a:t>
            </a:r>
            <a:endParaRPr lang="nl-BE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nl-BE" dirty="0"/>
              <a:t>Download Data: </a:t>
            </a:r>
            <a:r>
              <a:rPr lang="nl-BE" dirty="0">
                <a:hlinkClick r:id="rId3"/>
              </a:rPr>
              <a:t>https://github.com/statOmics/msqrob2data/archive/refs/heads/main.zip</a:t>
            </a:r>
            <a:endParaRPr lang="nl-BE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nl-BE" dirty="0"/>
          </a:p>
        </p:txBody>
      </p:sp>
      <p:pic>
        <p:nvPicPr>
          <p:cNvPr id="4" name="Afbeelding 3">
            <a:extLst>
              <a:ext uri="{FF2B5EF4-FFF2-40B4-BE49-F238E27FC236}">
                <a16:creationId xmlns:a16="http://schemas.microsoft.com/office/drawing/2014/main" id="{2CA5087D-7B82-8A4C-947C-1DBB585940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3935" y="122238"/>
            <a:ext cx="1574800" cy="1816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5654490"/>
      </p:ext>
    </p:extLst>
  </p:cSld>
  <p:clrMapOvr>
    <a:masterClrMapping/>
  </p:clrMapOvr>
</p:sld>
</file>

<file path=ppt/theme/theme1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4768</TotalTime>
  <Words>88</Words>
  <Application>Microsoft Macintosh PowerPoint</Application>
  <PresentationFormat>Breedbeeld</PresentationFormat>
  <Paragraphs>5</Paragraphs>
  <Slides>1</Slides>
  <Notes>0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3</vt:i4>
      </vt:variant>
      <vt:variant>
        <vt:lpstr>Thema</vt:lpstr>
      </vt:variant>
      <vt:variant>
        <vt:i4>1</vt:i4>
      </vt:variant>
      <vt:variant>
        <vt:lpstr>Diatitels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Kantoorthema</vt:lpstr>
      <vt:lpstr>Proteomics  Summerschool 2026: Basics of experimental design &amp; Quatification (data processing and differential analysis) Lieven Clement, Ghent University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Lieven Clement</dc:creator>
  <cp:lastModifiedBy>Lieven Clement</cp:lastModifiedBy>
  <cp:revision>3</cp:revision>
  <dcterms:created xsi:type="dcterms:W3CDTF">2026-08-15T06:56:16Z</dcterms:created>
  <dcterms:modified xsi:type="dcterms:W3CDTF">2026-08-18T14:24:37Z</dcterms:modified>
</cp:coreProperties>
</file>