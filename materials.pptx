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67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682"/>
  </p:normalViewPr>
  <p:slideViewPr>
    <p:cSldViewPr snapToGrid="0">
      <p:cViewPr varScale="1">
        <p:scale>
          <a:sx n="110" d="100"/>
          <a:sy n="110" d="100"/>
        </p:scale>
        <p:origin x="1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2225F8-619A-AD49-4024-6A349BC0C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A67706A-6452-7707-A6C1-49EF28F05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3FE295F-35F6-EE1B-84F3-E47C288A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C73A8D5-B431-34E7-7EE4-4B8F93F0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94A0CA3-71D5-3EF8-68C4-E6777ECA2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090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33A023-6B32-F331-3E7D-F638A9C1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F93F54D-A934-AC73-B69C-DBADE1857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44F821-AA72-3B0A-D872-B7CD32684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136E243-583B-BB96-9F3F-4CF868A8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E082AA2-B77F-F994-4F32-F4C53141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3923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5A54C1-01F3-4DDA-4BA8-9CC9E8CE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748E867-D4D1-289B-23B9-9EB428642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9A4270A-AE3A-620C-A9ED-C95A3325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CC63A64-54B7-38C3-CC96-B59F8F32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FDE4277-08B3-559C-6542-98096F66A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202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2C837B-7FA8-EBB1-0142-1FCFCE97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5552C4-2E68-17A5-3D95-847C99930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DAC19F7-1099-B114-0425-791CF9F02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8551DDF-C5A7-F9A7-6AAB-30E7E3A3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4ABC3F6-43C5-9785-55DC-56F5B5CD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D1CDCEF-317E-A0FF-3424-418A7794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3642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FEF3C4-66BE-9977-826B-15134158E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6F9FD35-F04F-80EE-E67A-E5590822E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D9E0333-4E66-466F-7E89-D3AD39D25C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E5D6A57-426A-986C-5D76-42C4FA963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D37F747-A469-D258-5E8A-2DD4FCEED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3BAAA2E-C813-6E83-600E-89F4259B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821CB831-C736-AA73-FC24-7694DF2E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F428CBE-5F63-73E6-B32D-0DC1D569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6383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2B3A1-FD1A-1B4D-D7D4-15716912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33F5669-BE25-E80C-B9B2-45EC13A6F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DF88F79-DDAF-2F6C-14EB-0E2FEDD13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CB8B668-C093-F11B-76A5-802595FA2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50684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A34D794-C8DE-EAFF-97BA-F7467086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389D2EE-C8B9-4D26-5594-0C99163E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937B6D0-A508-36C1-C62B-28965891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07067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26B3B9-C2BF-556C-6957-FF6DB68C2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EDE47DC-CE8D-6E58-B7CD-B7A37C84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B0653F9-9367-B517-449E-EC81ED0074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8FB3B6-08F5-39A0-35F5-EA8CCE34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35D04E7-BF36-B6AF-B3DB-C21A2FF7C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09A1B15-8557-272F-9E1A-5089F1CAE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448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206569-25A9-E281-DCD5-CC69071FC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9116C0C-42B4-4ECE-DEFE-0E4CF0AACC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A03E142-9453-6080-5A5F-B563EA3AC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F958A3A-3553-B3AC-E3AF-BA21A1CBE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64D5818-F964-FF58-A03F-C2124161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A877F2D-F219-D0CC-B4B6-C5EBC6248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8904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5EE434-8757-C6F7-0BBC-31C0198E5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D81E6A7-BB66-3D7D-C38D-36F84C495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B505208-E022-88E0-4B92-F85CC84C1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50AB6A-9B69-4662-D1B4-53399C517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4F87410-F8A4-FE83-6664-F53B1EB4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3545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FC454D6-4E6C-6FDA-C57B-1DD2832FB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F18FABB-A84E-40DC-1137-9F060D0321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6C68E9E-4923-A63F-4081-7D57FC895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518DA5-EC7B-3FD7-50EB-A7B8C95A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9525843-C8D5-A5D3-7927-6E5383C7E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64949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C2931BF6-EF24-47AB-E302-2C7C97CB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67196C2-F6CA-47BC-F86D-D48E85B95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94305B-CDB1-1903-D958-87EFF4862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75F01-A9CB-C146-8037-D65E7F84B37E}" type="datetimeFigureOut">
              <a:rPr lang="nl-BE" smtClean="0"/>
              <a:t>15/08/2026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D76405B-EFA1-72D9-5CAF-8B8AF19F1A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6FB2797-B9B0-56D3-890C-2818E1284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623102-D1D5-3C4F-9C4C-37048876E800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0147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tatomics.github.io/PDA/00-experimentalDesign1.html" TargetMode="External"/><Relationship Id="rId2" Type="http://schemas.openxmlformats.org/officeDocument/2006/relationships/hyperlink" Target="https://statomics.github.io/PDA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statomics.github.io/msqrob2book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F631FA-79C4-70F6-6D4F-F305235576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l-BE" sz="3600" b="1" dirty="0">
                <a:solidFill>
                  <a:srgbClr val="486748"/>
                </a:solidFill>
              </a:rPr>
              <a:t>Proteomics  Summerschool 2026: Basics of experimental design &amp; Quatification (data processing and differential analysis)</a:t>
            </a:r>
            <a:br>
              <a:rPr lang="nl-BE" sz="3600" b="1" dirty="0">
                <a:solidFill>
                  <a:srgbClr val="486748"/>
                </a:solidFill>
              </a:rPr>
            </a:br>
            <a:r>
              <a:rPr lang="nl-BE" sz="2000" b="1" dirty="0">
                <a:solidFill>
                  <a:srgbClr val="486748"/>
                </a:solidFill>
              </a:rPr>
              <a:t>Lieven Clement, Ghent University</a:t>
            </a:r>
            <a:endParaRPr lang="nl-BE" sz="2000" dirty="0">
              <a:solidFill>
                <a:srgbClr val="486748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92C32959-F873-870A-07BD-D813D4D86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645570" cy="1655762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PDA webpage: </a:t>
            </a:r>
            <a:r>
              <a:rPr lang="nl-BE" dirty="0">
                <a:hlinkClick r:id="rId2"/>
              </a:rPr>
              <a:t>https://statomics.github.io/PDA</a:t>
            </a:r>
            <a:endParaRPr lang="nl-B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Experimental design:                              </a:t>
            </a:r>
            <a:r>
              <a:rPr lang="nl-BE" dirty="0">
                <a:hlinkClick r:id="rId3"/>
              </a:rPr>
              <a:t>https://statomics.github.io/PDA/00-experimentalDesign1.html</a:t>
            </a:r>
            <a:r>
              <a:rPr lang="nl-BE" dirty="0"/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nl-BE" dirty="0"/>
              <a:t>msqrob2book: </a:t>
            </a:r>
            <a:r>
              <a:rPr lang="nl-BE" dirty="0">
                <a:hlinkClick r:id="rId4"/>
              </a:rPr>
              <a:t>https://statomics.github.io/msqrob2book/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2CA5087D-7B82-8A4C-947C-1DBB585940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935" y="122238"/>
            <a:ext cx="1574800" cy="181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5449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63</Words>
  <Application>Microsoft Macintosh PowerPoint</Application>
  <PresentationFormat>Breedbeeld</PresentationFormat>
  <Paragraphs>4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Proteomics  Summerschool 2026: Basics of experimental design &amp; Quatification (data processing and differential analysis) Lieven Clement, Ghent University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Lieven Clement</dc:creator>
  <cp:lastModifiedBy>Lieven Clement</cp:lastModifiedBy>
  <cp:revision>2</cp:revision>
  <dcterms:created xsi:type="dcterms:W3CDTF">2026-08-15T06:56:16Z</dcterms:created>
  <dcterms:modified xsi:type="dcterms:W3CDTF">2026-08-18T14:18:43Z</dcterms:modified>
</cp:coreProperties>
</file>